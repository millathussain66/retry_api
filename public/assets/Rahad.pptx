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20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6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38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93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30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4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06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67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307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7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912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794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243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75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AB902E-CE52-4068-95A3-F5BC4DB7EDF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5758B2-B3D6-4C4F-B64D-DA749CCF2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5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A321-879F-42AF-929A-01251396B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Microsoft Office Programs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4FB68-4ACB-4A78-A133-86B3FBEAB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66565"/>
            <a:ext cx="6815669" cy="1311834"/>
          </a:xfrm>
        </p:spPr>
        <p:txBody>
          <a:bodyPr>
            <a:normAutofit fontScale="62500" lnSpcReduction="20000"/>
          </a:bodyPr>
          <a:lstStyle/>
          <a:p>
            <a:r>
              <a:rPr lang="en-US" sz="2000" b="1" dirty="0"/>
              <a:t>MS Word | MS Excel | MS PowerPoint</a:t>
            </a:r>
            <a:endParaRPr lang="en-US" sz="28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 Historic" panose="020B0502040204020203" pitchFamily="34" charset="0"/>
            </a:endParaRPr>
          </a:p>
          <a:p>
            <a:r>
              <a:rPr lang="en-US" sz="28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Historic" panose="020B0502040204020203" pitchFamily="34" charset="0"/>
              </a:rPr>
              <a:t>MD.Rahat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Segoe UI Historic" panose="020B0502040204020203" pitchFamily="34" charset="0"/>
            </a:endParaRPr>
          </a:p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Historic" panose="020B0502040204020203" pitchFamily="34" charset="0"/>
              </a:rPr>
              <a:t>Roll : 2526076</a:t>
            </a:r>
          </a:p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Historic" panose="020B0502040204020203" pitchFamily="34" charset="0"/>
              </a:rPr>
              <a:t>Department : </a:t>
            </a:r>
            <a:r>
              <a:rPr lang="en-US" sz="20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egoe UI Historic" panose="020B0502040204020203" pitchFamily="34" charset="0"/>
              </a:rPr>
              <a:t>CST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Historic" panose="020B0502040204020203" pitchFamily="34" charset="0"/>
              </a:rPr>
              <a:t> 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CCB3-5DC8-4A17-9D1D-00E00119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7546-C1FC-4788-B5D7-E1C11E56A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Office is a collection of productivity software.</a:t>
            </a:r>
          </a:p>
          <a:p>
            <a:r>
              <a:rPr lang="en-US" dirty="0"/>
              <a:t>Used worldwide in education, business, and offices</a:t>
            </a:r>
          </a:p>
          <a:p>
            <a:r>
              <a:rPr lang="en-US" dirty="0"/>
              <a:t>Helps create documents, manage data, and deliver presentations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6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34A0-0009-4CE9-90F3-2325AE27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MS Word?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58892-FAF0-4C2A-B2D7-6DD2069B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word processing software</a:t>
            </a:r>
          </a:p>
          <a:p>
            <a:r>
              <a:rPr lang="en-US" dirty="0"/>
              <a:t>Used to create and edit documents</a:t>
            </a:r>
          </a:p>
          <a:p>
            <a:r>
              <a:rPr lang="en-US" dirty="0"/>
              <a:t>Commonly used for assignments, letters, and reports</a:t>
            </a:r>
          </a:p>
        </p:txBody>
      </p:sp>
    </p:spTree>
    <p:extLst>
      <p:ext uri="{BB962C8B-B14F-4D97-AF65-F5344CB8AC3E}">
        <p14:creationId xmlns:p14="http://schemas.microsoft.com/office/powerpoint/2010/main" val="323351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003C-5E65-4402-A122-D1348E12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03E7-0524-46F2-ACA6-C37C4455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formatting (font, size, color)</a:t>
            </a:r>
          </a:p>
          <a:p>
            <a:r>
              <a:rPr lang="en-US" dirty="0"/>
              <a:t>Spell check &amp; grammar check</a:t>
            </a:r>
          </a:p>
          <a:p>
            <a:r>
              <a:rPr lang="en-US" dirty="0"/>
              <a:t>Insert images, tables, charts</a:t>
            </a:r>
          </a:p>
          <a:p>
            <a:r>
              <a:rPr lang="en-US" dirty="0"/>
              <a:t>Page layout and printing options</a:t>
            </a:r>
          </a:p>
        </p:txBody>
      </p:sp>
    </p:spTree>
    <p:extLst>
      <p:ext uri="{BB962C8B-B14F-4D97-AF65-F5344CB8AC3E}">
        <p14:creationId xmlns:p14="http://schemas.microsoft.com/office/powerpoint/2010/main" val="419061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1F67-6B3E-4B54-87A4-62BCF21E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9A934-2498-47EA-B5B2-106A6F80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assignments &amp; notes</a:t>
            </a:r>
          </a:p>
          <a:p>
            <a:r>
              <a:rPr lang="en-US" dirty="0"/>
              <a:t>Creating resumes and CVs</a:t>
            </a:r>
          </a:p>
          <a:p>
            <a:r>
              <a:rPr lang="en-US" dirty="0"/>
              <a:t>Official letters and reports</a:t>
            </a:r>
          </a:p>
          <a:p>
            <a:r>
              <a:rPr lang="en-US" dirty="0"/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21986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1F67-6B3E-4B54-87A4-62BCF21E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MS Excel?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9A934-2498-47EA-B5B2-106A6F80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spreadsheet program</a:t>
            </a:r>
          </a:p>
          <a:p>
            <a:r>
              <a:rPr lang="en-US" dirty="0"/>
              <a:t>Used for calculations and data analysis</a:t>
            </a:r>
          </a:p>
          <a:p>
            <a:r>
              <a:rPr lang="en-US" dirty="0"/>
              <a:t>Official letters and reports</a:t>
            </a:r>
          </a:p>
          <a:p>
            <a:r>
              <a:rPr lang="en-US" dirty="0"/>
              <a:t>Works with rows, columns, and cells</a:t>
            </a:r>
          </a:p>
        </p:txBody>
      </p:sp>
    </p:spTree>
    <p:extLst>
      <p:ext uri="{BB962C8B-B14F-4D97-AF65-F5344CB8AC3E}">
        <p14:creationId xmlns:p14="http://schemas.microsoft.com/office/powerpoint/2010/main" val="51710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DCAE-7792-4046-95D7-E401F70F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MS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5679-9ED5-4AA7-BA9F-DDFF5D2F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Formulas and functions (SUM, AVERAGE, IF)</a:t>
            </a:r>
          </a:p>
          <a:p>
            <a:r>
              <a:rPr lang="en-US" dirty="0"/>
              <a:t>Charts and graphs</a:t>
            </a:r>
          </a:p>
          <a:p>
            <a:r>
              <a:rPr lang="en-US" dirty="0"/>
              <a:t>Data sorting and filtering</a:t>
            </a:r>
          </a:p>
          <a:p>
            <a:r>
              <a:rPr lang="en-US" dirty="0"/>
              <a:t>Large data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8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4FB0-9C4E-4736-BE54-60DA7952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MS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431D-2660-40C0-BA77-E4D9F431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 result sheets</a:t>
            </a:r>
          </a:p>
          <a:p>
            <a:r>
              <a:rPr lang="en-US" dirty="0"/>
              <a:t>Financial calculations</a:t>
            </a:r>
          </a:p>
          <a:p>
            <a:r>
              <a:rPr lang="en-US" dirty="0"/>
              <a:t>Attendance records</a:t>
            </a:r>
          </a:p>
          <a:p>
            <a:r>
              <a:rPr lang="en-US" dirty="0"/>
              <a:t>Data analysis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403479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A9AE-C95B-47A2-AF4E-37A32F9D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MS PowerPoint?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50C4-8485-4233-BC67-7342BFDF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presentation software</a:t>
            </a:r>
          </a:p>
          <a:p>
            <a:r>
              <a:rPr lang="en-US" dirty="0"/>
              <a:t>Used to create slide-based presentations</a:t>
            </a:r>
          </a:p>
          <a:p>
            <a:r>
              <a:rPr lang="en-US" dirty="0"/>
              <a:t>Makes topics easy to understand visually</a:t>
            </a:r>
          </a:p>
        </p:txBody>
      </p:sp>
    </p:spTree>
    <p:extLst>
      <p:ext uri="{BB962C8B-B14F-4D97-AF65-F5344CB8AC3E}">
        <p14:creationId xmlns:p14="http://schemas.microsoft.com/office/powerpoint/2010/main" val="2258641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A222-9967-42CC-B3AA-92131DDE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MS PowerPoint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9D95-EE41-444F-8E09-1A47FB059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themes and templates</a:t>
            </a:r>
          </a:p>
          <a:p>
            <a:r>
              <a:rPr lang="en-US" dirty="0"/>
              <a:t>Animations and transitions</a:t>
            </a:r>
          </a:p>
          <a:p>
            <a:r>
              <a:rPr lang="en-US" dirty="0"/>
              <a:t>Insert images, videos, charts</a:t>
            </a:r>
          </a:p>
          <a:p>
            <a:r>
              <a:rPr lang="en-US" dirty="0"/>
              <a:t>Slide show mode</a:t>
            </a:r>
          </a:p>
        </p:txBody>
      </p:sp>
    </p:spTree>
    <p:extLst>
      <p:ext uri="{BB962C8B-B14F-4D97-AF65-F5344CB8AC3E}">
        <p14:creationId xmlns:p14="http://schemas.microsoft.com/office/powerpoint/2010/main" val="428375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B842-D57F-4B80-B71D-077DF712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MS PowerPoint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800BB-3E27-4CC2-A218-3FC8BB722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College presentations</a:t>
            </a:r>
          </a:p>
          <a:p>
            <a:r>
              <a:rPr lang="en-US" dirty="0"/>
              <a:t>Business meetings</a:t>
            </a:r>
          </a:p>
          <a:p>
            <a:r>
              <a:rPr lang="en-US" dirty="0"/>
              <a:t>Project explanations</a:t>
            </a:r>
          </a:p>
          <a:p>
            <a:r>
              <a:rPr lang="en-US" dirty="0"/>
              <a:t>Seminars and workshops</a:t>
            </a:r>
          </a:p>
        </p:txBody>
      </p:sp>
    </p:spTree>
    <p:extLst>
      <p:ext uri="{BB962C8B-B14F-4D97-AF65-F5344CB8AC3E}">
        <p14:creationId xmlns:p14="http://schemas.microsoft.com/office/powerpoint/2010/main" val="235512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6138-107B-4171-915F-018F67D1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MS Office Programs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B3ED2D-6125-4D6F-85A7-628B8CD932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645012"/>
              </p:ext>
            </p:extLst>
          </p:nvPr>
        </p:nvGraphicFramePr>
        <p:xfrm>
          <a:off x="1295400" y="3484880"/>
          <a:ext cx="9601200" cy="17373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485077016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902845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600" b="1"/>
                        <a:t>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0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MS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Document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984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MS Excel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&amp;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512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MS PowerPoint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102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43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3488-ECD3-4E2F-90F3-996B09AE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MS Office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B960-66B7-4A3A-BE14-8284957E1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use</a:t>
            </a:r>
          </a:p>
          <a:p>
            <a:r>
              <a:rPr lang="en-US" dirty="0"/>
              <a:t>Saves time and effort</a:t>
            </a:r>
          </a:p>
          <a:p>
            <a:r>
              <a:rPr lang="en-US" dirty="0"/>
              <a:t>Professional output</a:t>
            </a:r>
          </a:p>
          <a:p>
            <a:r>
              <a:rPr lang="en-US" dirty="0"/>
              <a:t>Widely accepted everywhere</a:t>
            </a:r>
          </a:p>
        </p:txBody>
      </p:sp>
    </p:spTree>
    <p:extLst>
      <p:ext uri="{BB962C8B-B14F-4D97-AF65-F5344CB8AC3E}">
        <p14:creationId xmlns:p14="http://schemas.microsoft.com/office/powerpoint/2010/main" val="3377543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422F-912D-4D23-8B80-BD501A0C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95DB7-68B6-429A-BFB5-31FCA3D7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MS Office is essential for students</a:t>
            </a:r>
          </a:p>
          <a:p>
            <a:r>
              <a:rPr lang="en-US" dirty="0"/>
              <a:t>Helps in academics and career</a:t>
            </a:r>
          </a:p>
          <a:p>
            <a:r>
              <a:rPr lang="en-US" dirty="0"/>
              <a:t>Learning MS Word, Excel, and PowerPoint is a smart move</a:t>
            </a:r>
          </a:p>
        </p:txBody>
      </p:sp>
    </p:spTree>
    <p:extLst>
      <p:ext uri="{BB962C8B-B14F-4D97-AF65-F5344CB8AC3E}">
        <p14:creationId xmlns:p14="http://schemas.microsoft.com/office/powerpoint/2010/main" val="68501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98C3-8116-4BE3-A5BD-A9B3CEE53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2966" y="920871"/>
            <a:ext cx="6815669" cy="2673975"/>
          </a:xfrm>
        </p:spPr>
        <p:txBody>
          <a:bodyPr/>
          <a:lstStyle/>
          <a:p>
            <a:r>
              <a:rPr lang="en-US" b="1" dirty="0"/>
              <a:t>Thank You </a:t>
            </a:r>
            <a:r>
              <a:rPr lang="en-US" dirty="0"/>
              <a:t>🙌</a:t>
            </a:r>
          </a:p>
        </p:txBody>
      </p:sp>
    </p:spTree>
    <p:extLst>
      <p:ext uri="{BB962C8B-B14F-4D97-AF65-F5344CB8AC3E}">
        <p14:creationId xmlns:p14="http://schemas.microsoft.com/office/powerpoint/2010/main" val="3012025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299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Garamond</vt:lpstr>
      <vt:lpstr>Segoe UI Historic</vt:lpstr>
      <vt:lpstr>Organic</vt:lpstr>
      <vt:lpstr>Microsoft Office Programs</vt:lpstr>
      <vt:lpstr>Introduction</vt:lpstr>
      <vt:lpstr>What is MS Word?</vt:lpstr>
      <vt:lpstr>Features of MS Word</vt:lpstr>
      <vt:lpstr>Uses of MS Word</vt:lpstr>
      <vt:lpstr>What is MS Excel?</vt:lpstr>
      <vt:lpstr>Features of MS Excel</vt:lpstr>
      <vt:lpstr>Uses of MS Excel</vt:lpstr>
      <vt:lpstr>What is MS PowerPoint?</vt:lpstr>
      <vt:lpstr>Features of MS PowerPoint</vt:lpstr>
      <vt:lpstr>Uses of MS PowerPoint</vt:lpstr>
      <vt:lpstr>Comparison of MS Office Programs</vt:lpstr>
      <vt:lpstr>Advantages of MS Office</vt:lpstr>
      <vt:lpstr>Conclusion</vt:lpstr>
      <vt:lpstr>Thank You 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As-salamu alaykum</dc:title>
  <dc:creator>Millat</dc:creator>
  <cp:lastModifiedBy>Millat</cp:lastModifiedBy>
  <cp:revision>51</cp:revision>
  <dcterms:created xsi:type="dcterms:W3CDTF">2025-12-28T16:05:41Z</dcterms:created>
  <dcterms:modified xsi:type="dcterms:W3CDTF">2025-12-28T16:28:18Z</dcterms:modified>
</cp:coreProperties>
</file>